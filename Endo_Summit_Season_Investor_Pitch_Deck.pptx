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Endo Summit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Endometriosis Awareness &amp; Health Summit</a:t>
            </a:r>
          </a:p>
          <a:p>
            <a:r>
              <a:t>Authorized by X‑Moon Corporate Enterprises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Endometriosis affects millions of women worldwide but awareness, diagnosis, and support remain limited.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create a global platform connecting doctors, patients, researchers, and advocates to improve women's health awareness.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Endo Summit Season hosts global discussions, awareness campaigns, medical education sessions, and international collaboration.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Membership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Professional membership program: $1000 per member</a:t>
            </a:r>
          </a:p>
          <a:p>
            <a:r>
              <a:t>Includes summit access, digital ID card, certificates, and networking.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 membership platform</a:t>
            </a:r>
          </a:p>
          <a:p>
            <a:r>
              <a:t>• Doctor directory</a:t>
            </a:r>
          </a:p>
          <a:p>
            <a:r>
              <a:t>• Virtual summit events</a:t>
            </a:r>
          </a:p>
          <a:p>
            <a:r>
              <a:t>• Sponsor partnerships</a:t>
            </a:r>
          </a:p>
          <a:p>
            <a:r>
              <a:t>• Education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Membership fees</a:t>
            </a:r>
          </a:p>
          <a:p>
            <a:r>
              <a:t>• Sponsorship packages</a:t>
            </a:r>
          </a:p>
          <a:p>
            <a:r>
              <a:t>• Donations</a:t>
            </a:r>
          </a:p>
          <a:p>
            <a:r>
              <a:t>• Global health partnerships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Sponsorship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Platinum, Gold, and Silver sponsor packages offering global visibility and collaboration opportunities.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the largest global awareness network focused on endometriosis and women's reproductive 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 Invitation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invite hospitals, NGOs, investors, and global health partners to collaborate with Endo Summit Season.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